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5143500" cx="9144000"/>
  <p:notesSz cx="6858000" cy="9144000"/>
  <p:embeddedFontLst>
    <p:embeddedFont>
      <p:font typeface="Figtree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Figtree-regular.fntdata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Figtree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Figtree-boldItalic.fntdata"/><Relationship Id="rId30" Type="http://schemas.openxmlformats.org/officeDocument/2006/relationships/font" Target="fonts/Figtree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71298829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f71298829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71298829c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f71298829c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71298829c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f71298829c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71298829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f71298829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71298829c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71298829c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71298829c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f71298829c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71298829c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71298829c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71298829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f71298829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71298829c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f71298829c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71298829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f71298829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71298829c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71298829c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71298829c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f71298829c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71298829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f71298829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71298829c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71298829c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f71298829c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f71298829c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71298829c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f71298829c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71298829c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f71298829c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71298829c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f71298829c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71298829c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f71298829c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f71298829c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f71298829c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f71298829c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f71298829c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7" name="Google Shape;67;p16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8" name="Google Shape;68;p16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9" name="Google Shape;69;p16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8" name="Google Shape;78;p17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9" name="Google Shape;79;p17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0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3" name="Google Shape;93;p20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4" name="Google Shape;94;p20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5" name="Google Shape;95;p20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6" name="Google Shape;96;p20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7" name="Google Shape;97;p20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8" name="Google Shape;98;p20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4" name="Google Shape;104;p21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5" name="Google Shape;105;p21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4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19" name="Google Shape;119;p24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0" name="Google Shape;120;p24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1" name="Google Shape;121;p24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2" name="Google Shape;122;p24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3" name="Google Shape;123;p24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4" name="Google Shape;124;p24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5" name="Google Shape;145;p28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6" name="Google Shape;146;p28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7" name="Google Shape;147;p28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8" name="Google Shape;148;p28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9" name="Google Shape;149;p28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50" name="Google Shape;150;p28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9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56" name="Google Shape;156;p29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57" name="Google Shape;157;p29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2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1" name="Google Shape;171;p32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2" name="Google Shape;172;p32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3" name="Google Shape;173;p32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4" name="Google Shape;174;p32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5" name="Google Shape;175;p32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6" name="Google Shape;176;p32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3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82" name="Google Shape;182;p33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83" name="Google Shape;183;p33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