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embeddedFontLst>
    <p:embeddedFont>
      <p:font typeface="Figtree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84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71298829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f71298829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71298829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71298829c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71298829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71298829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71298829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71298829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71298829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71298829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71298829c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71298829c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71298829c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71298829c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71298829c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71298829c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71298829c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71298829c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71298829c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71298829c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71298829c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71298829c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71298829c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71298829c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71298829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71298829c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71298829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71298829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71298829c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71298829c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71298829c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71298829c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71298829c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71298829c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71298829c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71298829c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71298829c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71298829c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71298829c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71298829c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71298829c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71298829c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D0DE83-FDB3-4EFF-A98A-C7CE47940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903" y="144816"/>
            <a:ext cx="2263537" cy="4887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7" name="Google Shape;67;p16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8" name="Google Shape;68;p16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9" name="Google Shape;69;p16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6922DB-E234-121A-5912-F2059DB33F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903" y="144816"/>
            <a:ext cx="2263537" cy="4887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3" name="Google Shape;93;p20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4" name="Google Shape;94;p20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5" name="Google Shape;95;p20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6" name="Google Shape;96;p20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7" name="Google Shape;97;p20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4" name="Google Shape;104;p21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5" name="Google Shape;105;p21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8DE643-E9FA-D492-8049-FF0E01DCA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903" y="144816"/>
            <a:ext cx="2263537" cy="4887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19" name="Google Shape;119;p24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0" name="Google Shape;120;p24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1" name="Google Shape;121;p24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2" name="Google Shape;122;p24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3" name="Google Shape;123;p24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4" name="Google Shape;124;p24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00B827-927D-A34B-72F4-93630D3A41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903" y="144816"/>
            <a:ext cx="2263537" cy="4887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5" name="Google Shape;145;p28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6" name="Google Shape;146;p28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7" name="Google Shape;147;p28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8" name="Google Shape;148;p28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9" name="Google Shape;149;p28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0" name="Google Shape;150;p28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6" name="Google Shape;156;p29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7" name="Google Shape;157;p29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0972F5-C8A6-1DE0-C517-65969A728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903" y="144816"/>
            <a:ext cx="2263537" cy="48878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/>
        </p:nvSpPr>
        <p:spPr>
          <a:xfrm>
            <a:off x="3568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1" name="Google Shape;171;p32"/>
          <p:cNvSpPr txBox="1"/>
          <p:nvPr/>
        </p:nvSpPr>
        <p:spPr>
          <a:xfrm>
            <a:off x="25652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2" name="Google Shape;172;p32"/>
          <p:cNvSpPr txBox="1"/>
          <p:nvPr/>
        </p:nvSpPr>
        <p:spPr>
          <a:xfrm>
            <a:off x="47736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3" name="Google Shape;173;p32"/>
          <p:cNvSpPr txBox="1"/>
          <p:nvPr/>
        </p:nvSpPr>
        <p:spPr>
          <a:xfrm>
            <a:off x="6982025" y="1342275"/>
            <a:ext cx="17817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4" name="Google Shape;174;p32"/>
          <p:cNvSpPr txBox="1"/>
          <p:nvPr/>
        </p:nvSpPr>
        <p:spPr>
          <a:xfrm>
            <a:off x="3568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5" name="Google Shape;175;p32"/>
          <p:cNvSpPr txBox="1"/>
          <p:nvPr/>
        </p:nvSpPr>
        <p:spPr>
          <a:xfrm>
            <a:off x="176467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6" name="Google Shape;176;p32"/>
          <p:cNvSpPr txBox="1"/>
          <p:nvPr/>
        </p:nvSpPr>
        <p:spPr>
          <a:xfrm>
            <a:off x="3172525" y="3746750"/>
            <a:ext cx="1155600" cy="1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/>
        </p:nvSpPr>
        <p:spPr>
          <a:xfrm>
            <a:off x="53107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2" name="Google Shape;182;p33"/>
          <p:cNvSpPr txBox="1"/>
          <p:nvPr/>
        </p:nvSpPr>
        <p:spPr>
          <a:xfrm>
            <a:off x="3468000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3" name="Google Shape;183;p33"/>
          <p:cNvSpPr txBox="1"/>
          <p:nvPr/>
        </p:nvSpPr>
        <p:spPr>
          <a:xfrm>
            <a:off x="6404925" y="2202375"/>
            <a:ext cx="22080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Escreva aqui…</a:t>
            </a:r>
            <a:endParaRPr sz="110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D95508-D2DC-E430-6290-582BCDC149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903" y="144816"/>
            <a:ext cx="2263537" cy="4887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Office PowerPoint</Application>
  <PresentationFormat>On-screen Show (16:9)</PresentationFormat>
  <Paragraphs>50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Figtree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Anderson Luiz</cp:lastModifiedBy>
  <cp:revision>1</cp:revision>
  <dcterms:modified xsi:type="dcterms:W3CDTF">2026-08-14T13:32:05Z</dcterms:modified>
</cp:coreProperties>
</file>