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Figtre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igtre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-boldItalic.fntdata"/><Relationship Id="rId30" Type="http://schemas.openxmlformats.org/officeDocument/2006/relationships/font" Target="fonts/Figtre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2fa2e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2fa2e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2fa2ed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2fa2ed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2fa2e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2fa2e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2fa2ed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2fa2ed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2fa2ed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2fa2ed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2fa2ed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2fa2ed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2fa2ed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2fa2e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2fa2ed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2fa2ed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2fa2ed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2fa2ed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2fa2ed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2fa2ed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2fa2e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2fa2e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2fa2ed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2fa2ed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2fa2ed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2fa2ed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2fa2ed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2fa2ed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2fa2ed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2fa2ed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2fa2e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2fa2e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2fa2ed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2fa2ed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2fa2ed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2fa2ed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2fa2ed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2fa2ed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2fa2ed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2fa2ed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2fa2ed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2fa2ed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