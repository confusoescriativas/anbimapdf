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Figtree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11504a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711504a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11504a1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11504a1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11504a1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11504a1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11504a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11504a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11504a1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11504a1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11504a1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11504a1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11504a1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11504a1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11504a11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711504a11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11504a1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11504a11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11504a1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11504a1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11504a1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711504a1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11504a1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11504a11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11504a1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11504a1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11504a11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11504a11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11504a11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711504a11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11504a1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711504a11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11504a11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711504a11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11504a1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711504a11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11504a1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11504a11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11504a11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711504a11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11504a11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711504a11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9" name="Google Shape;119;p24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4" name="Google Shape;174;p32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5" name="Google Shape;175;p32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On-screen Show (16:9)</PresentationFormat>
  <Paragraphs>50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Figtree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Anderson Luiz</cp:lastModifiedBy>
  <cp:revision>1</cp:revision>
  <dcterms:modified xsi:type="dcterms:W3CDTF">2026-08-14T13:27:57Z</dcterms:modified>
</cp:coreProperties>
</file>