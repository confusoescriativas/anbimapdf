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embeddedFontLst>
    <p:embeddedFont>
      <p:font typeface="Figtree" panose="020B0604020202020204" charset="0"/>
      <p:regular r:id="rId25"/>
      <p:bold r:id="rId26"/>
      <p:italic r:id="rId27"/>
      <p:boldItalic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3" d="100"/>
          <a:sy n="133" d="100"/>
        </p:scale>
        <p:origin x="984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g3f711504a1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" name="Google Shape;56;g3f711504a1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f711504a11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f711504a11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f711504a11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f711504a11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f711504a11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3f711504a11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711504a11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711504a11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f711504a11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f711504a11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711504a11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711504a11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f711504a11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f711504a11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f711504a11_0_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f711504a11_0_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f711504a11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3f711504a11_0_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f711504a11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f711504a11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f711504a11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f711504a11_0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f711504a11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3f711504a11_0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711504a11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711504a11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f711504a11_0_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f711504a11_0_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f711504a11_0_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f711504a11_0_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f711504a11_0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f711504a11_0_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f711504a11_0_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3f711504a11_0_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f711504a11_0_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f711504a11_0_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f711504a11_0_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3f711504a11_0_1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f711504a11_0_1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f711504a11_0_1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86D7BA6-E80B-313D-450B-B0D047F8B5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7903" y="144816"/>
            <a:ext cx="2263537" cy="48878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/>
          <p:nvPr/>
        </p:nvSpPr>
        <p:spPr>
          <a:xfrm>
            <a:off x="3568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7" name="Google Shape;67;p16"/>
          <p:cNvSpPr txBox="1"/>
          <p:nvPr/>
        </p:nvSpPr>
        <p:spPr>
          <a:xfrm>
            <a:off x="25652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8" name="Google Shape;68;p16"/>
          <p:cNvSpPr txBox="1"/>
          <p:nvPr/>
        </p:nvSpPr>
        <p:spPr>
          <a:xfrm>
            <a:off x="47736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9" name="Google Shape;69;p16"/>
          <p:cNvSpPr txBox="1"/>
          <p:nvPr/>
        </p:nvSpPr>
        <p:spPr>
          <a:xfrm>
            <a:off x="69820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70" name="Google Shape;70;p16"/>
          <p:cNvSpPr txBox="1"/>
          <p:nvPr/>
        </p:nvSpPr>
        <p:spPr>
          <a:xfrm>
            <a:off x="356825" y="3746750"/>
            <a:ext cx="1155600" cy="10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71" name="Google Shape;71;p16"/>
          <p:cNvSpPr txBox="1"/>
          <p:nvPr/>
        </p:nvSpPr>
        <p:spPr>
          <a:xfrm>
            <a:off x="1764675" y="3746750"/>
            <a:ext cx="1155600" cy="10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72" name="Google Shape;72;p16"/>
          <p:cNvSpPr txBox="1"/>
          <p:nvPr/>
        </p:nvSpPr>
        <p:spPr>
          <a:xfrm>
            <a:off x="3172525" y="3746750"/>
            <a:ext cx="1155600" cy="10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7"/>
          <p:cNvSpPr txBox="1"/>
          <p:nvPr/>
        </p:nvSpPr>
        <p:spPr>
          <a:xfrm>
            <a:off x="531075" y="2202375"/>
            <a:ext cx="22080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78" name="Google Shape;78;p17"/>
          <p:cNvSpPr txBox="1"/>
          <p:nvPr/>
        </p:nvSpPr>
        <p:spPr>
          <a:xfrm>
            <a:off x="3468000" y="2202375"/>
            <a:ext cx="22080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79" name="Google Shape;79;p17"/>
          <p:cNvSpPr txBox="1"/>
          <p:nvPr/>
        </p:nvSpPr>
        <p:spPr>
          <a:xfrm>
            <a:off x="6404925" y="2202375"/>
            <a:ext cx="22080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3DCFD40-E863-636C-EE6F-B2550B48C8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7903" y="144816"/>
            <a:ext cx="2263537" cy="48878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0"/>
          <p:cNvSpPr txBox="1"/>
          <p:nvPr/>
        </p:nvSpPr>
        <p:spPr>
          <a:xfrm>
            <a:off x="3568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93" name="Google Shape;93;p20"/>
          <p:cNvSpPr txBox="1"/>
          <p:nvPr/>
        </p:nvSpPr>
        <p:spPr>
          <a:xfrm>
            <a:off x="25652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94" name="Google Shape;94;p20"/>
          <p:cNvSpPr txBox="1"/>
          <p:nvPr/>
        </p:nvSpPr>
        <p:spPr>
          <a:xfrm>
            <a:off x="47736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95" name="Google Shape;95;p20"/>
          <p:cNvSpPr txBox="1"/>
          <p:nvPr/>
        </p:nvSpPr>
        <p:spPr>
          <a:xfrm>
            <a:off x="69820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96" name="Google Shape;96;p20"/>
          <p:cNvSpPr txBox="1"/>
          <p:nvPr/>
        </p:nvSpPr>
        <p:spPr>
          <a:xfrm>
            <a:off x="356825" y="3746750"/>
            <a:ext cx="1155600" cy="10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97" name="Google Shape;97;p20"/>
          <p:cNvSpPr txBox="1"/>
          <p:nvPr/>
        </p:nvSpPr>
        <p:spPr>
          <a:xfrm>
            <a:off x="1764675" y="3746750"/>
            <a:ext cx="1155600" cy="10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98" name="Google Shape;98;p20"/>
          <p:cNvSpPr txBox="1"/>
          <p:nvPr/>
        </p:nvSpPr>
        <p:spPr>
          <a:xfrm>
            <a:off x="3172525" y="3746750"/>
            <a:ext cx="1155600" cy="10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1"/>
          <p:cNvSpPr txBox="1"/>
          <p:nvPr/>
        </p:nvSpPr>
        <p:spPr>
          <a:xfrm>
            <a:off x="531075" y="2202375"/>
            <a:ext cx="22080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04" name="Google Shape;104;p21"/>
          <p:cNvSpPr txBox="1"/>
          <p:nvPr/>
        </p:nvSpPr>
        <p:spPr>
          <a:xfrm>
            <a:off x="3468000" y="2202375"/>
            <a:ext cx="22080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05" name="Google Shape;105;p21"/>
          <p:cNvSpPr txBox="1"/>
          <p:nvPr/>
        </p:nvSpPr>
        <p:spPr>
          <a:xfrm>
            <a:off x="6404925" y="2202375"/>
            <a:ext cx="22080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BCA9672-D4AB-5B19-918C-674F506781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7903" y="144816"/>
            <a:ext cx="2263537" cy="48878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4"/>
          <p:cNvSpPr txBox="1"/>
          <p:nvPr/>
        </p:nvSpPr>
        <p:spPr>
          <a:xfrm>
            <a:off x="3568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19" name="Google Shape;119;p24"/>
          <p:cNvSpPr txBox="1"/>
          <p:nvPr/>
        </p:nvSpPr>
        <p:spPr>
          <a:xfrm>
            <a:off x="25652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20" name="Google Shape;120;p24"/>
          <p:cNvSpPr txBox="1"/>
          <p:nvPr/>
        </p:nvSpPr>
        <p:spPr>
          <a:xfrm>
            <a:off x="47736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21" name="Google Shape;121;p24"/>
          <p:cNvSpPr txBox="1"/>
          <p:nvPr/>
        </p:nvSpPr>
        <p:spPr>
          <a:xfrm>
            <a:off x="69820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22" name="Google Shape;122;p24"/>
          <p:cNvSpPr txBox="1"/>
          <p:nvPr/>
        </p:nvSpPr>
        <p:spPr>
          <a:xfrm>
            <a:off x="356825" y="3746750"/>
            <a:ext cx="1155600" cy="10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23" name="Google Shape;123;p24"/>
          <p:cNvSpPr txBox="1"/>
          <p:nvPr/>
        </p:nvSpPr>
        <p:spPr>
          <a:xfrm>
            <a:off x="1764675" y="3746750"/>
            <a:ext cx="1155600" cy="10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24" name="Google Shape;124;p24"/>
          <p:cNvSpPr txBox="1"/>
          <p:nvPr/>
        </p:nvSpPr>
        <p:spPr>
          <a:xfrm>
            <a:off x="3172525" y="3746750"/>
            <a:ext cx="1155600" cy="10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5"/>
          <p:cNvSpPr txBox="1"/>
          <p:nvPr/>
        </p:nvSpPr>
        <p:spPr>
          <a:xfrm>
            <a:off x="531075" y="2202375"/>
            <a:ext cx="22080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30" name="Google Shape;130;p25"/>
          <p:cNvSpPr txBox="1"/>
          <p:nvPr/>
        </p:nvSpPr>
        <p:spPr>
          <a:xfrm>
            <a:off x="3468000" y="2202375"/>
            <a:ext cx="22080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31" name="Google Shape;131;p25"/>
          <p:cNvSpPr txBox="1"/>
          <p:nvPr/>
        </p:nvSpPr>
        <p:spPr>
          <a:xfrm>
            <a:off x="6404925" y="2202375"/>
            <a:ext cx="22080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657D988-8835-1B6B-A0B2-52FA925199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7903" y="144816"/>
            <a:ext cx="2263537" cy="48878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8"/>
          <p:cNvSpPr txBox="1"/>
          <p:nvPr/>
        </p:nvSpPr>
        <p:spPr>
          <a:xfrm>
            <a:off x="3568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45" name="Google Shape;145;p28"/>
          <p:cNvSpPr txBox="1"/>
          <p:nvPr/>
        </p:nvSpPr>
        <p:spPr>
          <a:xfrm>
            <a:off x="25652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46" name="Google Shape;146;p28"/>
          <p:cNvSpPr txBox="1"/>
          <p:nvPr/>
        </p:nvSpPr>
        <p:spPr>
          <a:xfrm>
            <a:off x="47736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47" name="Google Shape;147;p28"/>
          <p:cNvSpPr txBox="1"/>
          <p:nvPr/>
        </p:nvSpPr>
        <p:spPr>
          <a:xfrm>
            <a:off x="69820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48" name="Google Shape;148;p28"/>
          <p:cNvSpPr txBox="1"/>
          <p:nvPr/>
        </p:nvSpPr>
        <p:spPr>
          <a:xfrm>
            <a:off x="356825" y="3746750"/>
            <a:ext cx="1155600" cy="10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49" name="Google Shape;149;p28"/>
          <p:cNvSpPr txBox="1"/>
          <p:nvPr/>
        </p:nvSpPr>
        <p:spPr>
          <a:xfrm>
            <a:off x="1764675" y="3746750"/>
            <a:ext cx="1155600" cy="10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50" name="Google Shape;150;p28"/>
          <p:cNvSpPr txBox="1"/>
          <p:nvPr/>
        </p:nvSpPr>
        <p:spPr>
          <a:xfrm>
            <a:off x="3172525" y="3746750"/>
            <a:ext cx="1155600" cy="10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9"/>
          <p:cNvSpPr txBox="1"/>
          <p:nvPr/>
        </p:nvSpPr>
        <p:spPr>
          <a:xfrm>
            <a:off x="531075" y="2202375"/>
            <a:ext cx="22080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56" name="Google Shape;156;p29"/>
          <p:cNvSpPr txBox="1"/>
          <p:nvPr/>
        </p:nvSpPr>
        <p:spPr>
          <a:xfrm>
            <a:off x="3468000" y="2202375"/>
            <a:ext cx="22080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57" name="Google Shape;157;p29"/>
          <p:cNvSpPr txBox="1"/>
          <p:nvPr/>
        </p:nvSpPr>
        <p:spPr>
          <a:xfrm>
            <a:off x="6404925" y="2202375"/>
            <a:ext cx="22080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4F5F1F5-1E53-F17D-8CE1-61E6BBC14C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7903" y="144816"/>
            <a:ext cx="2263537" cy="48878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2"/>
          <p:cNvSpPr txBox="1"/>
          <p:nvPr/>
        </p:nvSpPr>
        <p:spPr>
          <a:xfrm>
            <a:off x="3568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71" name="Google Shape;171;p32"/>
          <p:cNvSpPr txBox="1"/>
          <p:nvPr/>
        </p:nvSpPr>
        <p:spPr>
          <a:xfrm>
            <a:off x="25652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72" name="Google Shape;172;p32"/>
          <p:cNvSpPr txBox="1"/>
          <p:nvPr/>
        </p:nvSpPr>
        <p:spPr>
          <a:xfrm>
            <a:off x="47736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73" name="Google Shape;173;p32"/>
          <p:cNvSpPr txBox="1"/>
          <p:nvPr/>
        </p:nvSpPr>
        <p:spPr>
          <a:xfrm>
            <a:off x="69820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74" name="Google Shape;174;p32"/>
          <p:cNvSpPr txBox="1"/>
          <p:nvPr/>
        </p:nvSpPr>
        <p:spPr>
          <a:xfrm>
            <a:off x="356825" y="3746750"/>
            <a:ext cx="1155600" cy="10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75" name="Google Shape;175;p32"/>
          <p:cNvSpPr txBox="1"/>
          <p:nvPr/>
        </p:nvSpPr>
        <p:spPr>
          <a:xfrm>
            <a:off x="1764675" y="3746750"/>
            <a:ext cx="1155600" cy="10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76" name="Google Shape;176;p32"/>
          <p:cNvSpPr txBox="1"/>
          <p:nvPr/>
        </p:nvSpPr>
        <p:spPr>
          <a:xfrm>
            <a:off x="3172525" y="3746750"/>
            <a:ext cx="1155600" cy="10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3"/>
          <p:cNvSpPr txBox="1"/>
          <p:nvPr/>
        </p:nvSpPr>
        <p:spPr>
          <a:xfrm>
            <a:off x="531075" y="2202375"/>
            <a:ext cx="22080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82" name="Google Shape;182;p33"/>
          <p:cNvSpPr txBox="1"/>
          <p:nvPr/>
        </p:nvSpPr>
        <p:spPr>
          <a:xfrm>
            <a:off x="3468000" y="2202375"/>
            <a:ext cx="22080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83" name="Google Shape;183;p33"/>
          <p:cNvSpPr txBox="1"/>
          <p:nvPr/>
        </p:nvSpPr>
        <p:spPr>
          <a:xfrm>
            <a:off x="6404925" y="2202375"/>
            <a:ext cx="22080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5062356-F2BE-5E2A-68E3-5F67CDE1EA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7903" y="144816"/>
            <a:ext cx="2263537" cy="48878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150</Words>
  <Application>Microsoft Office PowerPoint</Application>
  <PresentationFormat>On-screen Show (16:9)</PresentationFormat>
  <Paragraphs>50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Figtree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Anderson Luiz</cp:lastModifiedBy>
  <cp:revision>2</cp:revision>
  <dcterms:modified xsi:type="dcterms:W3CDTF">2026-08-14T13:31:58Z</dcterms:modified>
</cp:coreProperties>
</file>