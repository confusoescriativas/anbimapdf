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Figtree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712fa2e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712fa2e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12fa2ed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712fa2ed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12fa2ed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12fa2ed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12fa2ed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12fa2ed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12fa2ed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712fa2ed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12fa2ed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12fa2ed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712fa2ed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712fa2ed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12fa2ed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712fa2ed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12fa2ed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12fa2ed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12fa2ed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712fa2edf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712fa2ed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712fa2ed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12fa2ed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12fa2ed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12fa2ed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12fa2ed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12fa2edf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712fa2edf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712fa2edf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712fa2edf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712fa2ed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712fa2ed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12fa2edf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712fa2edf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12fa2edf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712fa2edf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12fa2edf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712fa2edf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12fa2edf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712fa2edf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12fa2edf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712fa2edf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24A74C-5FC5-DC82-1846-25AE32FBE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2B188A-9737-AB17-73AD-15DE37E9A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20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DBAB52-23A0-0BA2-40BB-86B0C9D36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9" name="Google Shape;119;p24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EEBFC-90EF-5954-C819-AD55F107F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27E136-8643-BC37-8BD6-B5B1328B3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4" name="Google Shape;174;p32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5" name="Google Shape;175;p32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6" name="Google Shape;176;p32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2" name="Google Shape;182;p33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7A8085-C252-A992-DD23-CF029715B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On-screen Show (16:9)</PresentationFormat>
  <Paragraphs>50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Figtree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Anderson Luiz</cp:lastModifiedBy>
  <cp:revision>1</cp:revision>
  <dcterms:modified xsi:type="dcterms:W3CDTF">2026-08-14T13:32:01Z</dcterms:modified>
</cp:coreProperties>
</file>