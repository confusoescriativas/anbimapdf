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Figtre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Figtree-bold.fntdata"/><Relationship Id="rId10" Type="http://schemas.openxmlformats.org/officeDocument/2006/relationships/slide" Target="slides/slide5.xml"/><Relationship Id="rId32" Type="http://schemas.openxmlformats.org/officeDocument/2006/relationships/font" Target="fonts/Figtree-regular.fntdata"/><Relationship Id="rId13" Type="http://schemas.openxmlformats.org/officeDocument/2006/relationships/slide" Target="slides/slide8.xml"/><Relationship Id="rId35" Type="http://schemas.openxmlformats.org/officeDocument/2006/relationships/font" Target="fonts/Figtree-boldItalic.fntdata"/><Relationship Id="rId12" Type="http://schemas.openxmlformats.org/officeDocument/2006/relationships/slide" Target="slides/slide7.xml"/><Relationship Id="rId34" Type="http://schemas.openxmlformats.org/officeDocument/2006/relationships/font" Target="fonts/Figtre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15e05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15e05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15e059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15e059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15e059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15e059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15e059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15e059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15e059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15e059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15e059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15e059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15e059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15e059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15e059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15e059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15e0595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15e0595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15e059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15e059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15e059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15e059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15e059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15e059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15e059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15e059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15e0595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15e059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15e0595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15e0595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15e0595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15e0595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15e0595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15e0595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15e0595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15e0595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15e0595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15e059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15e0595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15e0595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15e0595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15e0595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7115e0595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7115e0595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115e0595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7115e0595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7115e0595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7115e0595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7115e0595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7115e0595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7" name="Google Shape;197;p3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8" name="Google Shape;198;p3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0" name="Google Shape;200;p3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1" name="Google Shape;201;p3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2" name="Google Shape;202;p3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8" name="Google Shape;208;p3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3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