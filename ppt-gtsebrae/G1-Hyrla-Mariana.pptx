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embeddedFontLst>
    <p:embeddedFont>
      <p:font typeface="Figtree" panose="020B060402020202020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8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7115e059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f7115e059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7115e0595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f7115e0595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7115e059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f7115e059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7115e0595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f7115e0595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7115e0595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7115e0595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7115e0595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f7115e0595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7115e059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7115e059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7115e0595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f7115e0595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f7115e0595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f7115e0595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7115e0595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f7115e0595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7115e0595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7115e0595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7115e0595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f7115e0595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7115e0595_0_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f7115e0595_0_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7115e0595_0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7115e0595_0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f7115e0595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f7115e0595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7115e0595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f7115e0595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7115e0595_0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f7115e0595_0_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7115e0595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f7115e0595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7115e0595_0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f7115e0595_0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f7115e0595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f7115e0595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f7115e0595_0_2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f7115e0595_0_2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f7115e0595_0_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f7115e0595_0_2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f7115e0595_0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f7115e0595_0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f7115e0595_0_3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f7115e0595_0_3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f7115e0595_0_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f7115e0595_0_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E4FEFF-8F57-055A-BA26-F610011AC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7" name="Google Shape;67;p16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8" name="Google Shape;68;p16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9" name="Google Shape;69;p16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8" name="Google Shape;78;p17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79" name="Google Shape;79;p17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D3174F4-174B-3FA1-FDAF-3160B46BC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0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3" name="Google Shape;93;p20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4" name="Google Shape;94;p20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5" name="Google Shape;95;p20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6" name="Google Shape;96;p20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7" name="Google Shape;97;p20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8" name="Google Shape;98;p20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4" name="Google Shape;104;p21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5" name="Google Shape;105;p21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4C263EC-6F0C-F298-FE2C-10A36F546C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4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19" name="Google Shape;119;p24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0" name="Google Shape;120;p24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1" name="Google Shape;121;p24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2" name="Google Shape;122;p24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3" name="Google Shape;123;p24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4" name="Google Shape;124;p24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12A0EC-C629-6B56-2570-7D71CD47A4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5" name="Google Shape;145;p28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6" name="Google Shape;146;p28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7" name="Google Shape;147;p28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8" name="Google Shape;148;p28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9" name="Google Shape;149;p28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50" name="Google Shape;150;p28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9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56" name="Google Shape;156;p29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57" name="Google Shape;157;p29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6D66C10-75A3-487F-328E-BDE77C7FA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2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1" name="Google Shape;171;p32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2" name="Google Shape;172;p32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3" name="Google Shape;173;p32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4" name="Google Shape;174;p32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5" name="Google Shape;175;p32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76" name="Google Shape;176;p32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3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82" name="Google Shape;182;p33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83" name="Google Shape;183;p33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136DE9-6F9D-FE6C-258E-E98F505C2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6"/>
          <p:cNvSpPr txBox="1"/>
          <p:nvPr/>
        </p:nvSpPr>
        <p:spPr>
          <a:xfrm>
            <a:off x="3568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97" name="Google Shape;197;p36"/>
          <p:cNvSpPr txBox="1"/>
          <p:nvPr/>
        </p:nvSpPr>
        <p:spPr>
          <a:xfrm>
            <a:off x="25652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98" name="Google Shape;198;p36"/>
          <p:cNvSpPr txBox="1"/>
          <p:nvPr/>
        </p:nvSpPr>
        <p:spPr>
          <a:xfrm>
            <a:off x="47736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99" name="Google Shape;199;p36"/>
          <p:cNvSpPr txBox="1"/>
          <p:nvPr/>
        </p:nvSpPr>
        <p:spPr>
          <a:xfrm>
            <a:off x="6982025" y="1342275"/>
            <a:ext cx="1781700" cy="12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00" name="Google Shape;200;p36"/>
          <p:cNvSpPr txBox="1"/>
          <p:nvPr/>
        </p:nvSpPr>
        <p:spPr>
          <a:xfrm>
            <a:off x="3568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01" name="Google Shape;201;p36"/>
          <p:cNvSpPr txBox="1"/>
          <p:nvPr/>
        </p:nvSpPr>
        <p:spPr>
          <a:xfrm>
            <a:off x="176467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02" name="Google Shape;202;p36"/>
          <p:cNvSpPr txBox="1"/>
          <p:nvPr/>
        </p:nvSpPr>
        <p:spPr>
          <a:xfrm>
            <a:off x="3172525" y="3746750"/>
            <a:ext cx="1155600" cy="10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7"/>
          <p:cNvSpPr txBox="1"/>
          <p:nvPr/>
        </p:nvSpPr>
        <p:spPr>
          <a:xfrm>
            <a:off x="53107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08" name="Google Shape;208;p37"/>
          <p:cNvSpPr txBox="1"/>
          <p:nvPr/>
        </p:nvSpPr>
        <p:spPr>
          <a:xfrm>
            <a:off x="3468000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09" name="Google Shape;209;p37"/>
          <p:cNvSpPr txBox="1"/>
          <p:nvPr/>
        </p:nvSpPr>
        <p:spPr>
          <a:xfrm>
            <a:off x="6404925" y="2202375"/>
            <a:ext cx="22080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Escreva aqui…</a:t>
            </a:r>
            <a:endParaRPr sz="110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4DB9A6-6031-161E-210F-BB430F678D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903" y="144816"/>
            <a:ext cx="2263537" cy="4887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</Words>
  <Application>Microsoft Office PowerPoint</Application>
  <PresentationFormat>On-screen Show (16:9)</PresentationFormat>
  <Paragraphs>60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Figtree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Anderson Luiz</cp:lastModifiedBy>
  <cp:revision>1</cp:revision>
  <dcterms:modified xsi:type="dcterms:W3CDTF">2026-08-14T13:32:09Z</dcterms:modified>
</cp:coreProperties>
</file>