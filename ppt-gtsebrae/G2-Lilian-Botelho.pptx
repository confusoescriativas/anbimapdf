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Figtree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1289eb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71289eb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1289eba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1289eba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1289eba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1289eba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1289eba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1289eba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1289eba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1289eba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1289eba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1289eba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1289eba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1289eba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1289eba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71289eba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1289eba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1289eba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1289ebad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1289ebad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1289eba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71289eba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1289eba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1289eba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1289eba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1289ebad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1289eba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1289eba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1289ebad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71289ebad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1289ebad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71289ebad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1289eba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71289eba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1289ebad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71289ebad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1289ebad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1289ebad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1289eba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71289ebad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1289ebad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71289ebad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16F48-3530-B353-69F7-9FB87C8B7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D43794-7CF7-6F77-7D9E-54D01A46C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FF2369-610B-C5B6-440E-FC51DAAB5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9" name="Google Shape;119;p24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0787E9-9E25-4F8A-03D5-C8941E9AD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C5B95-C614-FB59-F006-E2AEA48F6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4" name="Google Shape;174;p32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5" name="Google Shape;175;p32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C72034-9AD4-C64F-27B3-9CA9C80E4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On-screen Show (16:9)</PresentationFormat>
  <Paragraphs>50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Figtree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Anderson Luiz</cp:lastModifiedBy>
  <cp:revision>1</cp:revision>
  <dcterms:modified xsi:type="dcterms:W3CDTF">2026-08-14T13:31:12Z</dcterms:modified>
</cp:coreProperties>
</file>