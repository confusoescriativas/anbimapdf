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Figtre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Figtre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-boldItalic.fntdata"/><Relationship Id="rId30" Type="http://schemas.openxmlformats.org/officeDocument/2006/relationships/font" Target="fonts/Figtre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1289eb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71289eb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1289eba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1289eba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1289eba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1289eba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1289eba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1289eba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1289eba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1289eba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1289eba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1289eba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1289eba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1289eba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1289eba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71289eba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1289eba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1289eba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1289eba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1289eba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1289eba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71289eba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1289eba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1289eba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1289eba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1289eba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1289eba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1289eba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1289eba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71289eba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1289eba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71289eba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1289eba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71289eba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1289eba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71289eba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1289eba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1289eba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1289eba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71289eba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1289eba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71289eba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9" name="Google Shape;119;p24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4" name="Google Shape;174;p32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5" name="Google Shape;175;p32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